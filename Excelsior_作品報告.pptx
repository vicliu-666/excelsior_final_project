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001973e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0001973e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fb425e6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fb425e6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0001973e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0001973e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0001973e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0001973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0001973e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0001973e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fb425e6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fb425e6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001973e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001973e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c347469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5c347469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001973e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0001973e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5c347469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5c347469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5c347469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5c347469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幫我把左上角那個資料說明刪掉，右下角gemini浮水印也刪掉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2377" y="0"/>
            <a:ext cx="9276378" cy="49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275" y="1294998"/>
            <a:ext cx="2085649" cy="160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900" y="1295000"/>
            <a:ext cx="1854300" cy="15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00" y="3096850"/>
            <a:ext cx="2526175" cy="1682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6550" y="3085930"/>
            <a:ext cx="2526177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102" y="3085930"/>
            <a:ext cx="2531581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014" y="3272475"/>
            <a:ext cx="4019850" cy="16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7296" y="3270296"/>
            <a:ext cx="4019849" cy="1676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 title="confusion matrix.png"/>
          <p:cNvPicPr preferRelativeResize="0"/>
          <p:nvPr/>
        </p:nvPicPr>
        <p:blipFill rotWithShape="1">
          <a:blip r:embed="rId4">
            <a:alphaModFix/>
          </a:blip>
          <a:srcRect b="0" l="-4970" r="4970" t="0"/>
          <a:stretch/>
        </p:blipFill>
        <p:spPr>
          <a:xfrm>
            <a:off x="1699925" y="2143375"/>
            <a:ext cx="3118326" cy="25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 title="dem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1060" y="2188725"/>
            <a:ext cx="3009489" cy="25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600" y="2963900"/>
            <a:ext cx="2824475" cy="15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6525" y="741730"/>
            <a:ext cx="2916676" cy="15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10" y="0"/>
            <a:ext cx="9222204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刪掉最後三行"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0"/>
            <a:ext cx="92222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